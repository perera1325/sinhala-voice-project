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Sinhala Voice-Controlled Home Automation with Noise Reduction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Year Individual Project Defence</a:t>
            </a:r>
          </a:p>
          <a:p/>
          <a:p>
            <a:r>
              <a:t>Kasundi Perera</a:t>
            </a:r>
          </a:p>
          <a:p>
            <a:r>
              <a:t>June 2026</a:t>
            </a:r>
          </a:p>
          <a:p>
            <a:r>
              <a:t>github.com/kasundisandalika-netizen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 automation systems fail in typical homes due to:</a:t>
            </a:r>
          </a:p>
          <a:p>
            <a:pPr lvl="1"/>
            <a:r>
              <a:t>1. Environmental Noise</a:t>
            </a:r>
          </a:p>
          <a:p>
            <a:pPr lvl="2"/>
            <a:r>
              <a:t>Stationary (fans, AC) and Non-Stationary (street traffic, babble)</a:t>
            </a:r>
          </a:p>
          <a:p>
            <a:pPr lvl="1"/>
            <a:r>
              <a:t>2. Low-Resource Language</a:t>
            </a:r>
          </a:p>
          <a:p>
            <a:pPr lvl="2"/>
            <a:r>
              <a:t>Sinhala lacks large ASR datasets, leading to poor baseline accuracy</a:t>
            </a:r>
          </a:p>
          <a:p>
            <a:pPr lvl="1"/>
            <a:r>
              <a:t>3. Security Gap</a:t>
            </a:r>
          </a:p>
          <a:p>
            <a:pPr lvl="2"/>
            <a:r>
              <a:t>Lack of biometric verification in standard smart speakers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Edge Deployed System Architecture:</a:t>
            </a:r>
          </a:p>
          <a:p>
            <a:pPr lvl="1"/>
            <a:r>
              <a:t>Mic -&gt; Wake Word -&gt; VGDWF Filter -&gt; ASR -&gt; Biometrics -&gt; ESP32 Control</a:t>
            </a:r>
          </a:p>
          <a:p>
            <a:pPr/>
            <a:r>
              <a:t>Key Metrics:</a:t>
            </a:r>
          </a:p>
          <a:p>
            <a:pPr lvl="1"/>
            <a:r>
              <a:t>Online ASR Accuracy: 88.8%</a:t>
            </a:r>
          </a:p>
          <a:p>
            <a:pPr lvl="1"/>
            <a:r>
              <a:t>Offline ASR Accuracy: 83.5%</a:t>
            </a:r>
          </a:p>
          <a:p>
            <a:pPr lvl="1"/>
            <a:r>
              <a:t>Edge Latency: ~120ms (Raspberry Pi 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Evaluate 5 established DSP noise reduction baselines.</a:t>
            </a:r>
          </a:p>
          <a:p>
            <a:r>
              <a:t>2. Design a novel VAD-Guided Dynamic Wiener Filter (VGDWF).</a:t>
            </a:r>
          </a:p>
          <a:p>
            <a:r>
              <a:t>3. Compare Offline (Vosk) vs Online (Google Cloud) ASR engines.</a:t>
            </a:r>
          </a:p>
          <a:p>
            <a:r>
              <a:t>4. Deploy securely on a Raspberry Pi 4 edge device with ECAPA-TDNN.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Comparison with Alexa / Google Home / Academic works:</a:t>
            </a:r>
          </a:p>
          <a:p>
            <a:pPr lvl="1"/>
            <a:r>
              <a:t>Sinhala Support: Only This Project</a:t>
            </a:r>
          </a:p>
          <a:p>
            <a:pPr lvl="1"/>
            <a:r>
              <a:t>Offline Edge Deployment: This Project (RPi 4)</a:t>
            </a:r>
          </a:p>
          <a:p>
            <a:pPr lvl="1"/>
            <a:r>
              <a:t>Speaker Verification: This Project (ECAPA-TDNN)</a:t>
            </a:r>
          </a:p>
          <a:p>
            <a:pPr lvl="1"/>
            <a:r>
              <a:t>Custom Noise Filter: This Project (VGDWF)</a:t>
            </a:r>
          </a:p>
          <a:p>
            <a:pPr lvl="1"/>
            <a:r>
              <a:t>Privacy Preserving: This Project (100% Local)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Custom Method: VGDWF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VAD-Guided Dynamic Wiener Filter:</a:t>
            </a:r>
          </a:p>
          <a:p>
            <a:pPr lvl="1"/>
            <a:r>
              <a:t>Step 1: Dual-Feature VAD</a:t>
            </a:r>
          </a:p>
          <a:p>
            <a:pPr lvl="2"/>
            <a:r>
              <a:t>Uses Log-Energy and Normalized Spectral Entropy</a:t>
            </a:r>
          </a:p>
          <a:p>
            <a:pPr lvl="1"/>
            <a:r>
              <a:t>Step 2: Dynamic Noise PSD Estimation</a:t>
            </a:r>
          </a:p>
          <a:p>
            <a:pPr lvl="2"/>
            <a:r>
              <a:t>Updates only during noise frames via exponential average</a:t>
            </a:r>
          </a:p>
          <a:p>
            <a:pPr lvl="1"/>
            <a:r>
              <a:t>Step 3: Adaptive Oversubtraction</a:t>
            </a:r>
          </a:p>
          <a:p>
            <a:pPr lvl="2"/>
            <a:r>
              <a:t>Scales between 1.0 and 3.0 based on local SNR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Framework (24 Scenarios)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Noise Types:</a:t>
            </a:r>
          </a:p>
          <a:p>
            <a:pPr lvl="1"/>
            <a:r>
              <a:t>White Noise, Fan/AC, Street Traffic, Cafe Babble</a:t>
            </a:r>
          </a:p>
          <a:p>
            <a:pPr/>
            <a:r>
              <a:t>3 SNR Levels:</a:t>
            </a:r>
          </a:p>
          <a:p>
            <a:pPr lvl="1"/>
            <a:r>
              <a:t>-5 dB, 0 dB, 10 dB</a:t>
            </a:r>
          </a:p>
          <a:p>
            <a:pPr/>
            <a:r>
              <a:t>2 ASR Engines:</a:t>
            </a:r>
          </a:p>
          <a:p>
            <a:pPr lvl="1"/>
            <a:r>
              <a:t>Google Cloud STT (Online), Vosk (Offline)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Online ASR (Google STT)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Command Accuracy:</a:t>
            </a:r>
          </a:p>
          <a:p>
            <a:pPr lvl="1"/>
            <a:r>
              <a:t>Unfiltered: 57.5%</a:t>
            </a:r>
          </a:p>
          <a:p>
            <a:pPr lvl="1"/>
            <a:r>
              <a:t>Butterworth: 66.1%</a:t>
            </a:r>
          </a:p>
          <a:p>
            <a:pPr lvl="1"/>
            <a:r>
              <a:t>Spectral Subtraction: 75.4%</a:t>
            </a:r>
          </a:p>
          <a:p>
            <a:pPr lvl="1"/>
            <a:r>
              <a:t>Static Wiener: 77.3%</a:t>
            </a:r>
          </a:p>
          <a:p>
            <a:pPr lvl="1"/>
            <a:r>
              <a:t>Wavelet Denoising: 78.8%</a:t>
            </a:r>
          </a:p>
          <a:p>
            <a:pPr lvl="1"/>
            <a:r>
              <a:t>Spectral Gating: 80.3%</a:t>
            </a:r>
          </a:p>
          <a:p>
            <a:pPr lvl="1"/>
            <a:r>
              <a:t>Proposed VGDWF: 88.8%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Offline Edge (Vosk)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Command Accuracy:</a:t>
            </a:r>
          </a:p>
          <a:p>
            <a:pPr lvl="1"/>
            <a:r>
              <a:t>Unfiltered: 52.5%</a:t>
            </a:r>
          </a:p>
          <a:p>
            <a:pPr lvl="1"/>
            <a:r>
              <a:t>Spectral Gating: 75.9%</a:t>
            </a:r>
          </a:p>
          <a:p>
            <a:pPr lvl="1"/>
            <a:r>
              <a:t>Proposed VGDWF: 83.5%</a:t>
            </a:r>
          </a:p>
          <a:p>
            <a:pPr/>
            <a:r>
              <a:t>Offline Edge Viability:</a:t>
            </a:r>
          </a:p>
          <a:p>
            <a:pPr lvl="1"/>
            <a:r>
              <a:t>Only 5% drop vs Cloud STT</a:t>
            </a:r>
          </a:p>
          <a:p>
            <a:pPr lvl="1"/>
            <a:r>
              <a:t>8x lower latency (120ms vs 1000ms)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Superior Performance</a:t>
            </a:r>
          </a:p>
          <a:p>
            <a:pPr lvl="1"/>
            <a:r>
              <a:t>VGDWF outperforms all baselines in every scenario.</a:t>
            </a:r>
          </a:p>
          <a:p>
            <a:pPr/>
            <a:r>
              <a:t>2. Optimal Edge Architecture</a:t>
            </a:r>
          </a:p>
          <a:p>
            <a:pPr lvl="1"/>
            <a:r>
              <a:t>Vosk + VGDWF yields 83.5% offline accuracy.</a:t>
            </a:r>
          </a:p>
          <a:p>
            <a:pPr/>
            <a:r>
              <a:t>3. Robust Security</a:t>
            </a:r>
          </a:p>
          <a:p>
            <a:pPr lvl="1"/>
            <a:r>
              <a:t>ECAPA-TDNN prevents unauthorized smart home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